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Team 4. Our challenge is cabin comfort in a robotaxi, and we went</a:t>
            </a:r>
          </a:p>
          <a:p>
            <a:r>
              <a:t>at the least glamorous part of it - the floor. It turns out to be the part</a:t>
            </a:r>
          </a:p>
          <a:p>
            <a:r>
              <a:t>that decides whether a shared vehicle earns money or sits in a depot.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heroes, one cabin. The private owner: his car carries his own luxury</a:t>
            </a:r>
          </a:p>
          <a:p>
            <a:r>
              <a:t>mat, and when it goes out to earn as a robotaxi, the cheap mat goes in.</a:t>
            </a:r>
          </a:p>
          <a:p>
            <a:r>
              <a:t>Friday evening he swaps back and drives to the mountains - remember that</a:t>
            </a:r>
          </a:p>
          <a:p>
            <a:r>
              <a:t>Friday evening, we come back to it. The premium ride service: the Uber</a:t>
            </a:r>
          </a:p>
          <a:p>
            <a:r>
              <a:t>Black class, where the fare pays for arriving warm. That class is being</a:t>
            </a:r>
          </a:p>
          <a:p>
            <a:r>
              <a:t>built right now - Uber is putting twenty thousand Lucid Gravity, a</a:t>
            </a:r>
          </a:p>
          <a:p>
            <a:r>
              <a:t>luxury SUV, on its platform from 2026, and Waymo's own car is a seventy-</a:t>
            </a:r>
          </a:p>
          <a:p>
            <a:r>
              <a:t>thousand-dollar Jaguar. The figures on the slide: six million robotaxis</a:t>
            </a:r>
          </a:p>
          <a:p>
            <a:r>
              <a:t>by 2035, and Europe is Autoneum's largest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 A asks for a heated mat for the driver of an autonomous truck.</a:t>
            </a:r>
          </a:p>
          <a:p>
            <a:r>
              <a:t>The word driver is in quotation marks on that slide, and we think that is</a:t>
            </a:r>
          </a:p>
          <a:p>
            <a:r>
              <a:t>the answer. If the truck drives itself, the cab interior loses its reason</a:t>
            </a:r>
          </a:p>
          <a:p>
            <a:r>
              <a:t>to exist - not just the mat, but the headliners, the side panels, the bunk</a:t>
            </a:r>
          </a:p>
          <a:p>
            <a:r>
              <a:t>bed support. Autonomy is a trend that kills existing Autoneum products.</a:t>
            </a:r>
          </a:p>
          <a:p>
            <a:r>
              <a:t>The right response is to follow the passenger, not the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Salt, sand, a spilled coffee, flattened fibres. A private car carries two</a:t>
            </a:r>
          </a:p>
          <a:p>
            <a:r>
              <a:t>to four people a day. Waymo runs about half a million paid rides a week on</a:t>
            </a:r>
          </a:p>
          <a:p>
            <a:r>
              <a:t>three to four thousand vehicles - that is twenty-plus rides per car per day,</a:t>
            </a:r>
          </a:p>
          <a:p>
            <a:r>
              <a:t>each one a stranger. And nobody supervises a driverless cabin - whoever</a:t>
            </a:r>
          </a:p>
          <a:p>
            <a:r>
              <a:t>spills something simply gets out.</a:t>
            </a:r>
          </a:p>
          <a:p>
            <a:r>
              <a:t>Waymo already employs dedicated fleet handlers for this, in protective</a:t>
            </a:r>
          </a:p>
          <a:p>
            <a:r>
              <a:t>equipment, because passengers have started treating robotaxis like party</a:t>
            </a:r>
          </a:p>
          <a:p>
            <a:r>
              <a:t>buses. This is not a 2035 problem. It is happening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basic interior clean takes thirty to sixty minutes, and heavy soiling</a:t>
            </a:r>
          </a:p>
          <a:p>
            <a:r>
              <a:t>doubles or triples that. These are detailing-trade figures, not an</a:t>
            </a:r>
          </a:p>
          <a:p>
            <a:r>
              <a:t>automotive study - we flag that honestly - but the direction is not in</a:t>
            </a:r>
          </a:p>
          <a:p>
            <a:r>
              <a:t>doubt. For a fleet the money is not really the cleaning bill, it is the</a:t>
            </a:r>
          </a:p>
          <a:p>
            <a:r>
              <a:t>hour the vehicle spends not carrying anyone. Uptime is the entire product.</a:t>
            </a:r>
          </a:p>
          <a:p>
            <a:r>
              <a:t>And the private owner has it worse: no depot, no crew, just his garage on</a:t>
            </a:r>
          </a:p>
          <a:p>
            <a:r>
              <a:t>a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Hotels do not deep-clean a room between guests, they change the contact</a:t>
            </a:r>
          </a:p>
          <a:p>
            <a:r>
              <a:t>layer. Mattress protector, sheet, duvet cover - each layer has one job,</a:t>
            </a:r>
          </a:p>
          <a:p>
            <a:r>
              <a:t>and the expensive core underneath is protected and almost never washed.</a:t>
            </a:r>
          </a:p>
          <a:p>
            <a:r>
              <a:t>Housekeeping is measured in minutes because of it. That is the whole idea</a:t>
            </a:r>
          </a:p>
          <a:p>
            <a:r>
              <a:t>we are proposing, applied to a vehicle floor: stop cleaning the car, and</a:t>
            </a:r>
          </a:p>
          <a:p>
            <a:r>
              <a:t>change the layer that got dirty.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 becomes a part you swap instead of trim glued into the car - for</a:t>
            </a:r>
          </a:p>
          <a:p>
            <a:r>
              <a:t>a clean one after the shift, or for the owner's own. A wipe-clean mono-</a:t>
            </a:r>
          </a:p>
          <a:p>
            <a:r>
              <a:t>material skin, so no fibres trap salt and sand. A magnetic dock with no</a:t>
            </a:r>
          </a:p>
          <a:p>
            <a:r>
              <a:t>visible fasteners: out in seconds, no tools, nothing exposed for road</a:t>
            </a:r>
          </a:p>
          <a:p>
            <a:r>
              <a:t>salt to eat. And the important bit - cleaning happens away from the</a:t>
            </a:r>
          </a:p>
          <a:p>
            <a:r>
              <a:t>vehicle. The car leaves with a fresh panel while the dirty one is</a:t>
            </a:r>
          </a:p>
          <a:p>
            <a:r>
              <a:t>washed.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where the idea nearly died. An acoustic floor has to be open and</a:t>
            </a:r>
          </a:p>
          <a:p>
            <a:r>
              <a:t>porous so sound can get in and be absorbed. A cleanable floor wants to be</a:t>
            </a:r>
          </a:p>
          <a:p>
            <a:r>
              <a:t>closed so nothing gets in. Today you choose - a carpet that absorbs and</a:t>
            </a:r>
          </a:p>
          <a:p>
            <a:r>
              <a:t>stains, or a rubber mat that wipes and is loud. In a battery-electric</a:t>
            </a:r>
          </a:p>
          <a:p>
            <a:r>
              <a:t>robotaxi without engine noise that is worse, because road and wind noise</a:t>
            </a:r>
          </a:p>
          <a:p>
            <a:r>
              <a:t>are all that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our research. Every ingredient exists inside Autoneum</a:t>
            </a:r>
          </a:p>
          <a:p>
            <a:r>
              <a:t>today. Washable surface flooring is a truck product that came in with the</a:t>
            </a:r>
          </a:p>
          <a:p>
            <a:r>
              <a:t>Borgers acquisition in 2023. Alpha-Liner is a wheelhouse liner whose</a:t>
            </a:r>
          </a:p>
          <a:p>
            <a:r>
              <a:t>coating is tuned so the textile still absorbs sound while the surface</a:t>
            </a:r>
          </a:p>
          <a:p>
            <a:r>
              <a:t>wipes clean - our exact conflict, already solved, just on the outside of</a:t>
            </a:r>
          </a:p>
          <a:p>
            <a:r>
              <a:t>the car. RIMIC proves you can absorb through a closed skin. And Autoneum</a:t>
            </a:r>
          </a:p>
          <a:p>
            <a:r>
              <a:t>even owns the measurement: the Carpet Cleanability Analyzer outputs a</a:t>
            </a:r>
          </a:p>
          <a:p>
            <a:r>
              <a:t>cleanability index today. None of these has ever been combined, and none</a:t>
            </a:r>
          </a:p>
          <a:p>
            <a:r>
              <a:t>has ever been offered in a passenger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micro-perforation is the trick, and it is Autoneum's own: RIMIC</a:t>
            </a:r>
          </a:p>
          <a:p>
            <a:r>
              <a:t>heatshields are closed aluminium that still absorbs, because a tuned</a:t>
            </a:r>
          </a:p>
          <a:p>
            <a:r>
              <a:t>perforation turns airborne sound into heat. We take that principle inside</a:t>
            </a:r>
          </a:p>
          <a:p>
            <a:r>
              <a:t>and put it in a closed, hydrophobic skin over the absorber. Liquid beads</a:t>
            </a:r>
          </a:p>
          <a:p>
            <a:r>
              <a:t>off the top. Sound goes through the holes and into the absorber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product line, and it maps onto the distance axis of the</a:t>
            </a:r>
          </a:p>
          <a:p>
            <a:r>
              <a:t>trend matrix we were shown. Tier one is the city shuttle: it only has to</a:t>
            </a:r>
          </a:p>
          <a:p>
            <a:r>
              <a:t>come out fast and wipe clean. Tier two adds what a longer ride notices -</a:t>
            </a:r>
          </a:p>
          <a:p>
            <a:r>
              <a:t>acoustics, and a surface that looks designed, because shared interiors</a:t>
            </a:r>
          </a:p>
          <a:p>
            <a:r>
              <a:t>today look cheap for one reason: hard-wearing and premium are opposites.</a:t>
            </a:r>
          </a:p>
          <a:p>
            <a:r>
              <a:t>Tier three adds the heating, and it has two buyers. The private owner,</a:t>
            </a:r>
          </a:p>
          <a:p>
            <a:r>
              <a:t>for his own journeys. And the premium ride service, Uber Black class,</a:t>
            </a:r>
          </a:p>
          <a:p>
            <a:r>
              <a:t>which runs it all week because a warm, beautiful cabin is what its fare</a:t>
            </a:r>
          </a:p>
          <a:p>
            <a:r>
              <a:t>pays for. One dock carries all three - a platform, not three products -</a:t>
            </a:r>
          </a:p>
          <a:p>
            <a:r>
              <a:t>and tier three is where the margin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the promise from slide 2. All week strangers stood on the</a:t>
            </a:r>
          </a:p>
          <a:p>
            <a:r>
              <a:t>cheap mat. Friday evening the owner lifts it out, drops in his own - and</a:t>
            </a:r>
          </a:p>
          <a:p>
            <a:r>
              <a:t>the cabin is his again: warm floor, quiet ride, a surface he chose.</a:t>
            </a:r>
          </a:p>
          <a:p>
            <a:r>
              <a:t>Three hours to the mountains, feeling at home the whole way. Luxury</a:t>
            </a:r>
          </a:p>
          <a:p>
            <a:r>
              <a:t>already does this, just not on the floor: the S-Class warmth package</a:t>
            </a:r>
          </a:p>
          <a:p>
            <a:r>
              <a:t>heats armrests and door panels, Rolls-Royce sells lambswool floor mats</a:t>
            </a:r>
          </a:p>
          <a:p>
            <a:r>
              <a:t>as a signature. We combine the two and make it swappable. The premium</a:t>
            </a:r>
          </a:p>
          <a:p>
            <a:r>
              <a:t>service runs the same mat all week, because on a long journey heating is</a:t>
            </a:r>
          </a:p>
          <a:p>
            <a:r>
              <a:t>where the money is: around two hundred watts of radiant surface against</a:t>
            </a:r>
          </a:p>
          <a:p>
            <a:r>
              <a:t>four and a half kilowatts of blown air, and winter otherwise costs an EV</a:t>
            </a:r>
          </a:p>
          <a:p>
            <a:r>
              <a:t>twenty to forty percent of its range. Be careful with the claim: it</a:t>
            </a:r>
          </a:p>
          <a:p>
            <a:r>
              <a:t>heats the person, not the cabin - the air system stays for demisting.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measurements, not three slides. The one we want on stage on Friday</a:t>
            </a:r>
          </a:p>
          <a:p>
            <a:r>
              <a:t>is the swap - a stopwatch, a dirty panel out, a clean one in. The open</a:t>
            </a:r>
          </a:p>
          <a:p>
            <a:r>
              <a:t>question we already know about is what the heating layer costs the</a:t>
            </a:r>
          </a:p>
          <a:p>
            <a:r>
              <a:t>acoustics, because anything we add between the skin and the absorber is in</a:t>
            </a:r>
          </a:p>
          <a:p>
            <a:r>
              <a:t>the sound path.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robotaxi-cabin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1097280" y="2103120"/>
            <a:ext cx="94484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Swap, do not scrub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dock, two mats - a cheap one for the shift, a luxury one for the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23560"/>
            <a:ext cx="9448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Aladdin and the Magic Carpet - Team 4  ·  Autoneum Challenge 2026 - Midterm  ·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By 2035 one car serves two owners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A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Private owner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His luxury mat. The cheap one goes in for taxi shifts.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5378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B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Premium ride service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Uber Black class. The fare pays for a warm, beautiful cabin - most on long journeys.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6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SEGMENT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C/D-segment BEV, Level 4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Europe and Switzerland, city. Autoneum's largest market, 46 % of revenue.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2/13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Goldman Sachs, Robotaxis to become a $400 bn market in 2035 (Apr 2026); Autoneum FY2025 revenue release (Jan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WHY NOT THE TRUCK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The truck loses its driver, so its heated mat loses its user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whole cab interior exists because a human sleeps in it.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uined-shared-car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224528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This is what twenty strangers a day leave behind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 private car carries 2-4 people a day. A Waymo does 20+ paid rides, with nobody watching.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4/13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FFFFFF"/>
                </a:solidFill>
                <a:latin typeface="Arial"/>
              </a:rPr>
              <a:t>Source: Waymo, ~500,000 paid rides a week on ~3,000-3,700 vehicles (TechCrunch, CNBC, Dec 2025 - Mar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Cleaning is the one thing a robotaxi cannot do while 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open-door-winter-slu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8930" y="1874519"/>
            <a:ext cx="4013835" cy="2240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709159"/>
            <a:ext cx="3240938" cy="1417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A BASIC INTERIOR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30-60 min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heavy soiling doubles or triples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378" y="4709159"/>
            <a:ext cx="3240938" cy="1417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PER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USD 60-150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routine, up to 500 when bad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4709159"/>
            <a:ext cx="3240938" cy="1417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FOR THE OPERATOR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= downtime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it earns only while carrying people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5/13</a:t>
            </a:r>
          </a:p>
        </p:txBody>
      </p:sp>
      <p:sp>
        <p:nvSpPr>
          <p:cNvPr id="10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Consumer detailing trade estimates, 2025 (not an automotive study); press reporting on Waymo fleet handlers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LEARNING FROM ANOTHER INDUSTRY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luxury hotel never cleans the mattress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It cleans the layer above it. Each layer has one job, and the one that touches the guest is replaced every time.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 floor that swaps in seconds and is cleaned off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4998567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mat becomes a part you swap - for a clean one, or for your own.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Wipe-clean skin, mono-material PET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No fibres to hold dirt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Magnetic dock, no visible fasteners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Out in seconds, no tools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Cleaned off the vehicle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car goes back out, the panel is washed</a:t>
            </a:r>
          </a:p>
        </p:txBody>
      </p:sp>
      <p:pic>
        <p:nvPicPr>
          <p:cNvPr id="5" name="07-swap-lift-ou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70167" y="2596473"/>
            <a:ext cx="4998567" cy="2716612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THE HARDER PROBLEM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floor you can wipe is a floor that is acoustically dead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Absorption needs an open, porous surface. Cleaning wants a closed one. Today you pick one.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Autoneum has already solved all of it, just never in the same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74519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We need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Autoneum has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Where it sits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surface flooring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 (Borgers,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Wipeable yet acoustic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Alpha-Liner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Wheelhouse, outside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Absorb through a closed skin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RIMIC micro-perforation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Heatshields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metric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Analyzer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Internal lab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Heating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(Heated) Floor 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9/13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Autoneum Challenge deck, 7 Sep 2026, slides 6-7; Autoneum product brochure 2021; Autoneum press release on Borgers, Apr 2023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panel, three layers, every one of them in-house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Wipe-clean skin, micro-perforated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Liquid beads off, sound passes through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Absorber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Hybrid-Acoustics PET, the acoustics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Magnetic dock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No contacts, no cable, lifts out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dock, three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Arial"/>
              </a:rPr>
              <a:t>Each tier adds to the one below. Tier 3 has two buyers - the owner, and the premium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1 - SHORT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Swap and wipe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Out in seconds, cleaned off the vehicle.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378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2 - MEDIUM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Quiet and premium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Perforated skin over the absorber. And it looks designed.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3 - LONG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Warm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Heating tracks under the skin. Feel at home.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driverless-lounge-interi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224528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Friday evening the cheap mat comes out and his own goes in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Warm, quiet, designed - for long journeys. His own at the weekend, a premium service's all week. Around 200 W instead of 4,500; winter costs an EV 20-40 % of its range.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12/13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FFFFFF"/>
                </a:solidFill>
                <a:latin typeface="Arial"/>
              </a:rPr>
              <a:t>Source: Applied Thermal Engineering 2024; Energy and Buildings 2026; AAA EV range test 2019 (-41 % at -7 C with heating); US DOE VTO 2024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822960" y="2011680"/>
            <a:ext cx="963137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What we will prove by Friday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Swap time - panel out, panel in, on a stopwatch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Cleanability - our skin against a carpet, on Autoneum's index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Absorption - through a perforated skin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Sources: Autoneum challenge deck 2026, product brochure 2021, FY2025 release, Borgers release 2023; Goldman Sachs 2026; TechCrunch and CNBC on Waymo; AAA 2019, US DOE 2024; Applied Thermal Engineering 2024, Energy and Buildings 2026. Full references in the presenter script.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